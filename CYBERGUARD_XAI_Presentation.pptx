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and team members to our presentation on CYBERGUARD XAI. Today we present our multi-modal AI threat intelligence system built for BPUT Hackathon 2026, designed to tackle modern cyber threats with explainable AI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face 5 critical threat vectors: phishing, spoofed domains, impersonation, synthetic media deepfakes, and ATO attacks. Legacy perimeter security fails against AI-driven cyber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scale of cybercrime is staggering: 3.4 billion phishing emails daily and $10.5T in projected damages by 2025 underline why real-time AI security is an imperative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legacy reactive security with CyberGuard XAI highlights our advantage: automated multi-modal detection, explainable risk scoring, sub-second mitigation, and cloud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is anchored on five strategic pillars: phishing detection, URL inspection, deepfake computer vision, behavioral analytics, and automated identity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flows from input telemetry through our multi-modal AI engine, into the weighted XAI Risk Score Engine, triggering sub-second response automation and real-time dashboard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stack leverages cutting-edge tools: React and Tailwind for UI, FastAPI for sub-millisecond asynchronous backend APIs, Supabase PostgreSQL, and TensorFlow/OpenCV for multi-modal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Supabase provides our production-ready cloud backend. We utilize PostgreSQL with Row Level Security, Realtime subscriptions for security alerts, and secure S3-compatible storage for incident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Module 1 uses NLP Transformers to dissect incoming emails. It isolates urgent call-to-action language, mismatched sender headers, and suspicious URLs, yielding a 98.4% phishing confidence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evaluates domain age, SSL status, character entropy, and trademark spoofing patterns to categorize URLs into Safe, Medium, or Critical threat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targets synthetic media. Using OpenCV and CNN facial mesh models, it detects spatial blending artifacts, unnatural eye blinking, and generative frequency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4 monitors behavioral telemetry. Impossible travel calculations, unknown device fingerprints, and off-hours logins trigger instant isolation of compromised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CyberGuard XAI eliminates black-box mystery. Our XAI engine combines weighted signals across URLs, emails, behavior, and deepfakes into an intuitive 0–100 gauge score with detailed breakdown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user interface is designed for SOC analysts and administrative security teams. Six core screens provide seamless threat navigation from login to incident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CyberGuard XAI brings 8 powerhouse features into a unified platform: live monitoring, explainable scoring, deepfake analysis, URL intelligence, email filtering, compliance reporting, cloud persistence, and instant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4-week agile roadmap moves systematically from core UI wireframing and database setup, through AI model training, microservice integration, to cloud deployment and security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future horizon includes real-time vishing voice analysis, browser extension modules, native mobile apps, multilingual LLM assistants, and CERT-In national cyber grid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judges and organizers of BPUT Hackathon 2026. We are ready to answer your questions and demonstrate the live CyberGuard XAI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2FF"/>
                </a:solidFill>
                <a:latin typeface="Trebuchet MS"/>
              </a:defRPr>
            </a:pPr>
            <a:r>
              <a:t>BPUT HACKATHON 2026 PRESENTATION</a:t>
            </a:r>
          </a:p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1800">
                <a:solidFill>
                  <a:srgbClr val="A0AEC0"/>
                </a:solidFill>
                <a:latin typeface="Calibri"/>
              </a:defRPr>
            </a:pPr>
            <a:r>
              <a:t>AI Powered Cyber Threat, Phishing &amp; Digital Impersonation Detection &amp; Response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5303520" cy="14630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300">
                <a:solidFill>
                  <a:srgbClr val="00C2FF"/>
                </a:solidFill>
              </a:defRPr>
            </a:pPr>
            <a:r>
              <a:t>TEAM: CYBERSHIELD INNOVATORS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Members: Lead Developer | AI Specialist | Backend Engineer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Institution: Biju Patnaik University of Technology (BPUT)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Problem Statement: The Evolving Cyber Threat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96596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00C2FF"/>
                </a:solidFill>
                <a:latin typeface="Trebuchet MS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Phishing Attacks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Sophisticated email &amp; SMS social engineering luring users into credential disclosure.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196596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7B61FF"/>
                </a:solidFill>
                <a:latin typeface="Trebuchet MS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Fake Websites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Spoofed domain names cloning bank &amp; institution portals for credential harvesting.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554480"/>
            <a:ext cx="196596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00C2FF"/>
                </a:solidFill>
                <a:latin typeface="Trebuchet MS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Digital Impersonation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Fraudsters posing as executives, government officials, or trusted brands.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196596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7B61FF"/>
                </a:solidFill>
                <a:latin typeface="Trebuchet MS"/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Deepfakes &amp; Synthetic Media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AI-generated voice cloning &amp; face swapping bypassing identity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554480"/>
            <a:ext cx="196596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FF4D4D"/>
                </a:solidFill>
                <a:latin typeface="Trebuchet MS"/>
              </a:defRPr>
            </a:pPr>
            <a:r>
              <a:t>05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Account Takeover (ATO)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Automated credential stuffing attacks exploiting leaked password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Why This Project? Urgent Need for AI-Powered Cyber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3600" b="1">
                <a:solidFill>
                  <a:srgbClr val="00C2FF"/>
                </a:solidFill>
                <a:latin typeface="Trebuchet MS"/>
              </a:defRPr>
            </a:pPr>
            <a:r>
              <a:t>3.4 Billion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Daily Phishing Emails Sent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3600" b="1">
                <a:solidFill>
                  <a:srgbClr val="7B61FF"/>
                </a:solidFill>
                <a:latin typeface="Trebuchet MS"/>
              </a:defRPr>
            </a:pPr>
            <a:r>
              <a:t>90%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Data Breaches Initiated via Phishing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3600" b="1">
                <a:solidFill>
                  <a:srgbClr val="FFB800"/>
                </a:solidFill>
                <a:latin typeface="Trebuchet MS"/>
              </a:defRPr>
            </a:pPr>
            <a:r>
              <a:t>+43% YoY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Increase in Digital Identity Fraud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3600" b="1">
                <a:solidFill>
                  <a:srgbClr val="FF4D4D"/>
                </a:solidFill>
                <a:latin typeface="Trebuchet MS"/>
              </a:defRPr>
            </a:pPr>
            <a:r>
              <a:t>$10.5 Trillion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Global Cybercrime Cost by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System Comparison: Legacy Security vs CyberGuard XAI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600"/>
              </a:spcAft>
              <a:defRPr sz="1800" b="1">
                <a:solidFill>
                  <a:srgbClr val="FF4D4D"/>
                </a:solidFill>
                <a:latin typeface="Trebuchet MS"/>
              </a:defRPr>
            </a:pPr>
            <a:r>
              <a:t>EXISTING SYSTEM (LEGACY)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❌ Manual Detection &amp; Rule-Based Filters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❌ Slow Response Times (Hours or Days)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❌ Black-Box Alerts with Zero Explanation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❌ Fragmented Tools for Email, Web &amp; Media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❌ Vulnerable to AI-Generated Deepfakes &amp; Zero-Days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600"/>
              </a:spcAft>
              <a:defRPr sz="1800" b="1">
                <a:solidFill>
                  <a:srgbClr val="00E676"/>
                </a:solidFill>
                <a:latin typeface="Trebuchet MS"/>
              </a:defRPr>
            </a:pPr>
            <a:r>
              <a:t>PROPOSED SYSTEM (CYBERGUARD XAI)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Multi-Modal AI Detection (NLP + Computer Vision)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Real-Time Automated Response (&lt; 1 Second)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Explainable Risk Engine (0-100 Score Breakdown)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Unified Security Operations &amp; Supabase Cloud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Continuous Learning against Evolving AI Threats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Core Objectives: Five Pillars of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71A2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554480"/>
            <a:ext cx="9875520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DETECT PHISHING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Identify malicious email content, intent anomalies, and header spoofing using advanced NLP Transformers.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71A2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514600"/>
            <a:ext cx="9875520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AUDIT MALICIOUS URLS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Scan web domains for SSL integrity, WHOIS age, entropy, and phishing keyword patterns.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71A2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474720"/>
            <a:ext cx="9875520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IDENTIFY DEEPFAKES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Analyze images and video frames for facial landmark distortions, frequency artifacts, and synthetic heatmaps.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71A2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434840"/>
            <a:ext cx="9875520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BEHAVIORAL ANALYTICS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Detect abnormal login patterns, impossible travel velocity, unknown devices, and IP proxy shifts.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86400"/>
            <a:ext cx="640080" cy="64008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71A2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394960"/>
            <a:ext cx="9875520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DIGITAL IDENTITY PROTECTION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Trigger real-time automated mitigations, IP blacklisting, and admin alert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End-to-End System Architecture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1. INPUT SOURCES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Emails &amp; Headers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URLs &amp; Domains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Face/Video Media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User Login Logs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34056" y="3657600"/>
            <a:ext cx="155448" cy="274320"/>
          </a:xfrm>
          <a:prstGeom prst="rightArrow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2. AI ENGINE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NLP Transformer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URL Heuristics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Deepfake CV Model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Behavioral Anomaly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8616" y="3657600"/>
            <a:ext cx="155448" cy="274320"/>
          </a:xfrm>
          <a:prstGeom prst="rightArrow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3. RISK SCORE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Weighted Aggregator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Explainable XAI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0-100 Gauge Score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Risk Tier Matrix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3176" y="3657600"/>
            <a:ext cx="155448" cy="274320"/>
          </a:xfrm>
          <a:prstGeom prst="rightArrow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1965960" cy="4389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4. AUTOMATION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IP Blacklisting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Session Revoke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Alert Dispatch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Quarantine 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17736" y="3657600"/>
            <a:ext cx="155448" cy="274320"/>
          </a:xfrm>
          <a:prstGeom prst="rightArrow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00E676"/>
                </a:solidFill>
                <a:latin typeface="Trebuchet MS"/>
              </a:defRPr>
            </a:pPr>
            <a:r>
              <a:t>5. DASHBOARD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Security Map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Incident Reports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Audit Logs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Cloud Supabase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Technology Stack &amp; Engineering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00C2FF"/>
                </a:solidFill>
                <a:latin typeface="Trebuchet MS"/>
              </a:defRPr>
            </a:pPr>
            <a:r>
              <a:t>FRONTEND: React.js + Tailwind CSS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Modern responsive SPA dashboard with Recharts visualization &amp; real-time WebSocket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7B61FF"/>
                </a:solidFill>
                <a:latin typeface="Trebuchet MS"/>
              </a:defRPr>
            </a:pPr>
            <a:r>
              <a:t>BACKEND API: FastAPI (Python 3.11)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High-performance asynchronous RESTful microservice API with Pydantic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00C2FF"/>
                </a:solidFill>
                <a:latin typeface="Trebuchet MS"/>
              </a:defRPr>
            </a:pPr>
            <a:r>
              <a:t>CLOUD DATABASE: Supabase (PostgreSQL)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Managed relational database featuring Row Level Security (RLS) &amp; Auth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7B61FF"/>
                </a:solidFill>
                <a:latin typeface="Trebuchet MS"/>
              </a:defRPr>
            </a:pPr>
            <a:r>
              <a:t>AI / ML MODELS: TensorFlow + OpenCV + Scikit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Multi-modal AI stack covering NLP transformers, computer vision, and anomaly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00E676"/>
                </a:solidFill>
                <a:latin typeface="Trebuchet MS"/>
              </a:defRPr>
            </a:pPr>
            <a:r>
              <a:t>HOSTING &amp; DEPLOY: Vercel + Render Cloud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CI/CD serverless frontend hosting paired with scalable GPU backend worker instances.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Database Architecture: Supabase Cloud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0C2FF"/>
                </a:solidFill>
                <a:latin typeface="Trebuchet MS"/>
              </a:defRPr>
            </a:pPr>
            <a:r>
              <a:t>SUPABASE ENGINE &amp; SECURITY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🔐 Built-in JWT Authentication &amp; OAuth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🛡️ Row Level Security (RLS) policies enforcing tenant isolation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⚡ Realtime Postgres Changes Syncing for live alerts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📦 Encrypted Storage Buckets for deepfake media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333695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TABLE: public.users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User credentials, MFA state, role-based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468880"/>
            <a:ext cx="5333695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TABLE: public.incidents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Captured threat events, risk scores, XAI explanations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5333695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TABLE: public.evidence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Phishing email raw headers &amp; media storage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97680"/>
            <a:ext cx="5333695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TABLE: public.alerts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Real-time security notifications &amp; dispatch statuses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212080"/>
            <a:ext cx="5333695" cy="822960"/>
          </a:xfrm>
          <a:prstGeom prst="roundRect">
            <a:avLst/>
          </a:prstGeom>
          <a:solidFill>
            <a:srgbClr val="0D253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TABLE: public.login_logs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IP addresses, geo-location, device fingerprints, travel velocity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AI Module 1: Phishing Email NLP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4D4D"/>
                </a:solidFill>
                <a:latin typeface="Trebuchet MS"/>
              </a:defRPr>
            </a:pPr>
            <a:r>
              <a:t>INSPECTED EMAIL HEADER &amp; BODY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From: security-alert@bput-update-portal.net</a:t>
            </a:r>
          </a:p>
          <a:p>
            <a:pPr>
              <a:defRPr sz="1100" b="1">
                <a:solidFill>
                  <a:srgbClr val="FF4D4D"/>
                </a:solidFill>
                <a:latin typeface="Calibri"/>
              </a:defRPr>
            </a:pPr>
            <a:r>
              <a:t>Subject: URGENT: Account Suspension Notice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Dear User,</a:t>
            </a:r>
          </a:p>
          <a:p>
            <a:pPr>
              <a:defRPr sz="1100" b="1">
                <a:solidFill>
                  <a:srgbClr val="FF4D4D"/>
                </a:solidFill>
                <a:latin typeface="Calibri"/>
              </a:defRPr>
            </a:pPr>
            <a:r>
              <a:t>Your BPUT student portal access will be TERMINATED within 2 hours due to unverified credentials.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Click the link below immediately to verify your password:</a:t>
            </a:r>
          </a:p>
          <a:p>
            <a:pPr>
              <a:defRPr sz="1100" b="1">
                <a:solidFill>
                  <a:srgbClr val="FF4D4D"/>
                </a:solidFill>
                <a:latin typeface="Calibri"/>
              </a:defRPr>
            </a:pPr>
            <a:r>
              <a:t>👉 http://bit.ly/bput-auth-login-verify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Warning: Failure to comply will result in permanent 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C2FF"/>
                </a:solidFill>
                <a:latin typeface="Trebuchet MS"/>
              </a:defRPr>
            </a:pPr>
            <a:r>
              <a:t>NLP Transformer Model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Fine-tuned BERT classification pipeline analyzing semantic intent, urgency flags, and structural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7B61FF"/>
                </a:solidFill>
                <a:latin typeface="Trebuchet MS"/>
              </a:defRPr>
            </a:pPr>
            <a:r>
              <a:t>Keyword Threat Extraction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Detected high-risk triggers: 'URGENT', 'TERMINATED', shortened URL domain, spoofed sender header.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66344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4D4D"/>
                </a:solidFill>
                <a:latin typeface="Trebuchet MS"/>
              </a:defRPr>
            </a:pPr>
            <a:r>
              <a:t>Confidence Score: 98.4%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Classification Verdict: HIGH PROBABILITY PHISHING EMAIL. Automatically flagged &amp; quarantined.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AI Module 2: Malicious URL Heuristics &amp;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7373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F4D4D"/>
                </a:solidFill>
                <a:latin typeface="Trebuchet MS"/>
              </a:defRPr>
            </a:pPr>
            <a:r>
              <a:t>HTTPS &amp; SSL Audit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Missing valid SSL certificate; domain uses self-signed untrusted 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17373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FB800"/>
                </a:solidFill>
                <a:latin typeface="Trebuchet MS"/>
              </a:defRPr>
            </a:pPr>
            <a:r>
              <a:t>Domain Age &amp; WHOIS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Domain registered 2 days ago via high-risk anonymous registrar.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17373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C2FF"/>
                </a:solidFill>
                <a:latin typeface="Trebuchet MS"/>
              </a:defRPr>
            </a:pPr>
            <a:r>
              <a:t>URL Entropy &amp; Depth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Excessive subdomain nesting &amp; high character randomness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5120640" cy="17373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B61FF"/>
                </a:solidFill>
                <a:latin typeface="Trebuchet MS"/>
              </a:defRPr>
            </a:pPr>
            <a:r>
              <a:t>Phishing Keyword Match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Contains target brand keywords ('bput', 'login', 'verify') in fake subdomains.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0D253F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ANALYZED TARGET: http://secure-bput-login-update.xyz</a:t>
            </a:r>
          </a:p>
          <a:p>
            <a:pPr>
              <a:defRPr sz="1400" b="1">
                <a:solidFill>
                  <a:srgbClr val="FF4D4D"/>
                </a:solidFill>
                <a:latin typeface="Trebuchet MS"/>
              </a:defRPr>
            </a:pPr>
            <a:r>
              <a:t>VERDICT: CRITICAL RISK PHISHING DOMAIN -&gt; AUTOMATICALLY BLOCKED IN REVERSE PROXY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AI Module 3: Deepfake Media &amp; Computer Vision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epfak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55448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C2FF"/>
                </a:solidFill>
                <a:latin typeface="Trebuchet MS"/>
              </a:defRPr>
            </a:pPr>
            <a:r>
              <a:t>Frame Extraction &amp; Face Mesh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Isolates facial keypoints across video frames to analyze micro-expressions and gaze geometry.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7B61FF"/>
                </a:solidFill>
                <a:latin typeface="Trebuchet MS"/>
              </a:defRPr>
            </a:pPr>
            <a:r>
              <a:t>Spatial Artifact Heatmap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Identifies boundary blending anomalies, irregular eye blinking, and color mismatch around lips.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663440"/>
            <a:ext cx="4967935" cy="137160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4D4D"/>
                </a:solidFill>
                <a:latin typeface="Trebuchet MS"/>
              </a:defRPr>
            </a:pPr>
            <a:r>
              <a:t>Frequency Domain Analysis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Fourier transform reveals GAN/Diffusion generator noise patterns invisible to the human eye.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AI Module 4: Behavioral Anomaly &amp; Location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hav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2438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554480"/>
            <a:ext cx="4967935" cy="10515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FFB800"/>
                </a:solidFill>
                <a:latin typeface="Trebuchet MS"/>
              </a:defRPr>
            </a:pPr>
            <a:r>
              <a:t>Unknown Device Fingerprint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First-time access attempt from unregistered Linux OS browser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697480"/>
            <a:ext cx="4967935" cy="10515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FF4D4D"/>
                </a:solidFill>
                <a:latin typeface="Trebuchet MS"/>
              </a:defRPr>
            </a:pPr>
            <a:r>
              <a:t>Impossible Travel Velocity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Login from New York at 10:00 AM, followed by Tokyo at 10:10 AM (Speed &gt; 6,000 MPH).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4967935" cy="10515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Midnight Access Anomaly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Login request initiated outside user's historical operational hours (03:14 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983480"/>
            <a:ext cx="4967935" cy="105156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IP Anomaly &amp; Proxy Detection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IP address traces back to known commercial VPN exit node.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Explainable AI (XAI) Risk Engine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8289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5029200" cy="14630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00C2FF"/>
                </a:solidFill>
                <a:latin typeface="Trebuchet MS"/>
              </a:defRPr>
            </a:pPr>
            <a:r>
              <a:t>WEIGHTED RISK SCORE FORMULA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Risk = 30%(URL) + 30%(Email NLP) + 20%(Behaviour) + 20%(Deepfake)</a:t>
            </a:r>
          </a:p>
          <a:p>
            <a:pPr>
              <a:defRPr sz="1100">
                <a:solidFill>
                  <a:srgbClr val="FF4D4D"/>
                </a:solidFill>
                <a:latin typeface="Calibri"/>
              </a:defRPr>
            </a:pPr>
            <a:r>
              <a:t>Calculated Threat Level: 78 / 100 -&gt; HIGH RISK THREAT 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33695" cy="804672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0E676"/>
                </a:solidFill>
                <a:latin typeface="Trebuchet MS"/>
              </a:defRPr>
            </a:pPr>
            <a:r>
              <a:t>SCORE 0 – 20: SAFE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Low risk baseline; normal user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68880"/>
            <a:ext cx="5333695" cy="804672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FB800"/>
                </a:solidFill>
                <a:latin typeface="Trebuchet MS"/>
              </a:defRPr>
            </a:pPr>
            <a:r>
              <a:t>SCORE 21 – 40: LOW RISK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Mild anomaly; monitor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383280"/>
            <a:ext cx="5333695" cy="804672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F8C00"/>
                </a:solidFill>
                <a:latin typeface="Trebuchet MS"/>
              </a:defRPr>
            </a:pPr>
            <a:r>
              <a:t>SCORE 41 – 60: MEDIUM RISK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Suspicious indicators; enforce 2FA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97680"/>
            <a:ext cx="5333695" cy="804672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F4D4D"/>
                </a:solidFill>
                <a:latin typeface="Trebuchet MS"/>
              </a:defRPr>
            </a:pPr>
            <a:r>
              <a:t>SCORE 61 – 85: HIGH THREAT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Strong phishing/deepfake match; quarantine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212080"/>
            <a:ext cx="5333695" cy="804672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B40000"/>
                </a:solidFill>
                <a:latin typeface="Trebuchet MS"/>
              </a:defRPr>
            </a:pPr>
            <a:r>
              <a:t>SCORE 86 – 100: CRITICAL THREAT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Severe multi-vector attack; immediate IP &amp; account 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UI Prototype: CyberGuard XAI Dashboard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1. Authentication Portal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Secure Supabase MFA login portal with biometric option.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2. Main Threat Dashboard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Global threat map, incident counters, and live threat feed.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3. Email Phishing Inspector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Interactive email text analyzer highlighting high-risk phrases.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4. Malicious URL Scanner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URL search bar with domain age &amp; WHOIS score report.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4D4D"/>
                </a:solidFill>
                <a:latin typeface="Trebuchet MS"/>
              </a:defRPr>
            </a:pPr>
            <a:r>
              <a:t>5. Deepfake Media Analyzer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Drag-and-drop video/photo dropzone with facial mesh heatmap.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E676"/>
                </a:solidFill>
                <a:latin typeface="Trebuchet MS"/>
              </a:defRPr>
            </a:pPr>
            <a:r>
              <a:t>6. Incident &amp; Alert Center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  <a:latin typeface="Calibri"/>
              </a:defRPr>
            </a:pPr>
            <a:r>
              <a:t>Real-time alert dispatch, IP block actions &amp; CSV exports.</a:t>
            </a:r>
          </a:p>
          <a:p>
            <a:pPr>
              <a:defRPr sz="950" b="1">
                <a:solidFill>
                  <a:srgbClr val="A0AEC0"/>
                </a:solidFill>
                <a:latin typeface="Trebuchet MS"/>
              </a:defRPr>
            </a:pPr>
            <a:r>
              <a:t>[ FULLY FUNCTIONAL UI SCREEN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Platform Features &amp; Capabilities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Live Threat Monitoring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24/7 continuous stream monitoring across emails &amp; URLs.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AI Risk Score (XAI)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Transparent score breakdown with explicit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Deepfake Media Scanner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Computer vision facial mesh &amp; heatmap artifact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55448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Real-Time URL Intelligence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Instant domain age, SSL, and entropy auditing.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4D4D"/>
                </a:solidFill>
                <a:latin typeface="Trebuchet MS"/>
              </a:defRPr>
            </a:pPr>
            <a:r>
              <a:t>Automated Email Protection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Inbound email header, NLP intent &amp; link parsing.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93192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E676"/>
                </a:solidFill>
                <a:latin typeface="Trebuchet MS"/>
              </a:defRPr>
            </a:pPr>
            <a:r>
              <a:t>Admin Audit Reports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Exportable CSV &amp; PDF security logs for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93192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Cloud Supabase Storage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Encrypted evidence vault &amp; RLS row-level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931920"/>
            <a:ext cx="2468880" cy="21031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B800"/>
                </a:solidFill>
                <a:latin typeface="Trebuchet MS"/>
              </a:defRPr>
            </a:pPr>
            <a:r>
              <a:t>Real-Time Alerting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Multi-channel notifications via Slack &amp; Webhooks.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Development Roadmap: 4-Week Execution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00C2FF"/>
                </a:solidFill>
                <a:latin typeface="Trebuchet MS"/>
              </a:defRPr>
            </a:pPr>
            <a:r>
              <a:t>WEEK 1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UI &amp; Supabase Core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React Dashboard Wireframing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Tailwind CSS Styling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Supabase DB Schema Setup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Auth &amp; RLS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6634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7B61FF"/>
                </a:solidFill>
                <a:latin typeface="Trebuchet MS"/>
              </a:defRPr>
            </a:pPr>
            <a:r>
              <a:t>WEEK 2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AI Model Training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NLP Transformer Fine-Tuning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URL Heuristics Feature Engine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Deepfake CV Model Training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Behavioral Anomaly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6634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00C2FF"/>
                </a:solidFill>
                <a:latin typeface="Trebuchet MS"/>
              </a:defRPr>
            </a:pPr>
            <a:r>
              <a:t>WEEK 3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API &amp; XAI Integration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FastAPI REST Microservice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XAI Risk Scoring Logic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Supabase Realtime Sync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Webhooks Alert Dispatcher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66344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00E676"/>
                </a:solidFill>
                <a:latin typeface="Trebuchet MS"/>
              </a:defRPr>
            </a:pPr>
            <a:r>
              <a:t>WEEK 4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Testing &amp; Deployment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End-to-End Penetration Audit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System Stress Testing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Vercel &amp; Render Cloud Hosting</a:t>
            </a:r>
          </a:p>
          <a:p>
            <a:pPr>
              <a:spcAft>
                <a:spcPts val="1000"/>
              </a:spcAft>
              <a:defRPr sz="1050">
                <a:solidFill>
                  <a:srgbClr val="A0AEC0"/>
                </a:solidFill>
                <a:latin typeface="Calibri"/>
              </a:defRPr>
            </a:pPr>
            <a:r>
              <a:t>✔ Final Hackathon Demo 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2FF"/>
                </a:solidFill>
                <a:latin typeface="Trebuchet MS"/>
              </a:defRPr>
            </a:pPr>
            <a:r>
              <a:t>CYBERGUARD XAI</a:t>
            </a:r>
          </a:p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Future Scope: Expanding Cyber Protection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🚀 VOICE PHISHING (VISHING) DETECTION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Real-time AI voice stream analysis detecting audio deepfakes &amp; imposter phone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🚀 BROWSER EXTENSION INTEGRATION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Zero-day browser protection extension scanning web page DOM elements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C2FF"/>
                </a:solidFill>
                <a:latin typeface="Trebuchet MS"/>
              </a:defRPr>
            </a:pPr>
            <a:r>
              <a:t>🚀 MOBILE COMPANION APP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Native iOS &amp; Android app for instant push notifications and remote admin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7B61FF"/>
                </a:solidFill>
                <a:latin typeface="Trebuchet MS"/>
              </a:defRPr>
            </a:pPr>
            <a:r>
              <a:t>🚀 MULTILINGUAL AI ASSISTANT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LLM-driven security assistant offering multi-language threat remediation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E676"/>
                </a:solidFill>
                <a:latin typeface="Trebuchet MS"/>
              </a:defRPr>
            </a:pPr>
            <a:r>
              <a:t>🚀 GOVERNMENT &amp; DEFENSE GRID SYNC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API integration with CERT-In and enterprise SIEM platforms for national cyber defense.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0C2FF"/>
                </a:solidFill>
                <a:latin typeface="Trebuchet MS"/>
              </a:defRPr>
            </a:pPr>
            <a:r>
              <a:t>THANK YOU!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“Protecting Digital India with Explainable AI Precision.”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5029200" cy="1645920"/>
          </a:xfrm>
          <a:prstGeom prst="roundRect">
            <a:avLst/>
          </a:prstGeom>
          <a:solidFill>
            <a:srgbClr val="0D253F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7B61FF"/>
                </a:solidFill>
                <a:latin typeface="Trebuchet MS"/>
              </a:defRPr>
            </a:pPr>
            <a:r>
              <a:t>CONTACT &amp; REPOSITORY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📧 Email: team@cyberguard-xai.io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💻 GitHub: github.com/bput-hackathon/cyberguard-xai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🌐 Web Portal: cyberguard-xai.vercel.app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